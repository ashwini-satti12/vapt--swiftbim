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9" autoAdjust="0"/>
    <p:restoredTop sz="94660"/>
  </p:normalViewPr>
  <p:slideViewPr>
    <p:cSldViewPr snapToGrid="0">
      <p:cViewPr varScale="1">
        <p:scale>
          <a:sx n="97" d="100"/>
          <a:sy n="97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76580" y="1130935"/>
            <a:ext cx="1666875" cy="4895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 register</a:t>
            </a:r>
            <a:endParaRPr lang="en-US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2580005" y="1118235"/>
            <a:ext cx="1666875" cy="4895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Request service and book a slot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5037455" y="1118235"/>
            <a:ext cx="1666875" cy="4895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Request received to BIM consultant</a:t>
            </a:r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4408170" y="1826260"/>
            <a:ext cx="1911985" cy="698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Creating proposal for the received requests</a:t>
            </a:r>
            <a:endParaRPr lang="en-US"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9528810" y="2448560"/>
            <a:ext cx="2110105" cy="73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Proposal received to verification team for the approval</a:t>
            </a:r>
            <a:endParaRPr lang="en-US" sz="1400" dirty="0"/>
          </a:p>
        </p:txBody>
      </p:sp>
      <p:sp>
        <p:nvSpPr>
          <p:cNvPr id="9" name="Rounded Rectangle 8"/>
          <p:cNvSpPr/>
          <p:nvPr/>
        </p:nvSpPr>
        <p:spPr>
          <a:xfrm>
            <a:off x="1936750" y="3181985"/>
            <a:ext cx="2471420" cy="8616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Client receives the proposal after approved from verification team</a:t>
            </a:r>
            <a:endParaRPr lang="en-US" sz="1400"/>
          </a:p>
        </p:txBody>
      </p:sp>
      <p:cxnSp>
        <p:nvCxnSpPr>
          <p:cNvPr id="13" name="Elbow Connector 12"/>
          <p:cNvCxnSpPr>
            <a:stCxn id="4" idx="3"/>
          </p:cNvCxnSpPr>
          <p:nvPr/>
        </p:nvCxnSpPr>
        <p:spPr>
          <a:xfrm flipV="1">
            <a:off x="2243455" y="1350645"/>
            <a:ext cx="336550" cy="25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5" idx="3"/>
          </p:cNvCxnSpPr>
          <p:nvPr/>
        </p:nvCxnSpPr>
        <p:spPr>
          <a:xfrm>
            <a:off x="4246880" y="1363345"/>
            <a:ext cx="747395" cy="11430"/>
          </a:xfrm>
          <a:prstGeom prst="bentConnector3">
            <a:avLst>
              <a:gd name="adj1" fmla="val 5004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6" idx="3"/>
            <a:endCxn id="17" idx="1"/>
          </p:cNvCxnSpPr>
          <p:nvPr/>
        </p:nvCxnSpPr>
        <p:spPr>
          <a:xfrm flipV="1">
            <a:off x="6704330" y="1360170"/>
            <a:ext cx="1098550" cy="31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02880" y="897255"/>
            <a:ext cx="2005330" cy="9258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Have a meeting with client to understand the requirement in the booked slot</a:t>
            </a:r>
            <a:endParaRPr lang="en-US" sz="1400" dirty="0"/>
          </a:p>
        </p:txBody>
      </p:sp>
      <p:cxnSp>
        <p:nvCxnSpPr>
          <p:cNvPr id="18" name="Elbow Connector 17"/>
          <p:cNvCxnSpPr/>
          <p:nvPr/>
        </p:nvCxnSpPr>
        <p:spPr>
          <a:xfrm rot="10800000" flipV="1">
            <a:off x="6288405" y="1490345"/>
            <a:ext cx="1456690" cy="537210"/>
          </a:xfrm>
          <a:prstGeom prst="bentConnector3">
            <a:avLst>
              <a:gd name="adj1" fmla="val 4995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9" idx="3"/>
          </p:cNvCxnSpPr>
          <p:nvPr/>
        </p:nvCxnSpPr>
        <p:spPr>
          <a:xfrm rot="10800000">
            <a:off x="4408170" y="3612834"/>
            <a:ext cx="5166996" cy="55657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 Diagonal Corner Rectangle 22"/>
          <p:cNvSpPr/>
          <p:nvPr/>
        </p:nvSpPr>
        <p:spPr>
          <a:xfrm>
            <a:off x="7954645" y="3146425"/>
            <a:ext cx="1195705" cy="466725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Rejects with reason</a:t>
            </a:r>
            <a:endParaRPr lang="en-US" sz="1200" dirty="0"/>
          </a:p>
        </p:txBody>
      </p:sp>
      <p:cxnSp>
        <p:nvCxnSpPr>
          <p:cNvPr id="24" name="Elbow Connector 23"/>
          <p:cNvCxnSpPr>
            <a:stCxn id="8" idx="2"/>
            <a:endCxn id="23" idx="0"/>
          </p:cNvCxnSpPr>
          <p:nvPr/>
        </p:nvCxnSpPr>
        <p:spPr>
          <a:xfrm rot="5400000">
            <a:off x="9769793" y="2565718"/>
            <a:ext cx="194945" cy="143383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23" idx="2"/>
            <a:endCxn id="26" idx="3"/>
          </p:cNvCxnSpPr>
          <p:nvPr/>
        </p:nvCxnSpPr>
        <p:spPr>
          <a:xfrm rot="10800000">
            <a:off x="6944995" y="3038475"/>
            <a:ext cx="1009650" cy="34163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17820" y="2711450"/>
            <a:ext cx="1527175" cy="6534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proposal and  resend it</a:t>
            </a:r>
            <a:endParaRPr lang="en-US" sz="1400" dirty="0"/>
          </a:p>
        </p:txBody>
      </p:sp>
      <p:sp>
        <p:nvSpPr>
          <p:cNvPr id="28" name="Round Diagonal Corner Rectangle 27"/>
          <p:cNvSpPr/>
          <p:nvPr/>
        </p:nvSpPr>
        <p:spPr>
          <a:xfrm>
            <a:off x="2243455" y="4562475"/>
            <a:ext cx="838835" cy="466090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Accepts</a:t>
            </a:r>
            <a:endParaRPr lang="en-US" sz="1200"/>
          </a:p>
        </p:txBody>
      </p:sp>
      <p:sp>
        <p:nvSpPr>
          <p:cNvPr id="29" name="Round Diagonal Corner Rectangle 28"/>
          <p:cNvSpPr/>
          <p:nvPr/>
        </p:nvSpPr>
        <p:spPr>
          <a:xfrm>
            <a:off x="2790190" y="2329180"/>
            <a:ext cx="906780" cy="632460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Give feedback</a:t>
            </a:r>
            <a:endParaRPr lang="en-US" sz="1200"/>
          </a:p>
        </p:txBody>
      </p:sp>
      <p:sp>
        <p:nvSpPr>
          <p:cNvPr id="30" name="Circular Arrow 29"/>
          <p:cNvSpPr/>
          <p:nvPr/>
        </p:nvSpPr>
        <p:spPr>
          <a:xfrm rot="1932735">
            <a:off x="6179820" y="2312670"/>
            <a:ext cx="593725" cy="665480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2" name="Elbow Connector 31"/>
          <p:cNvCxnSpPr>
            <a:endCxn id="8" idx="1"/>
          </p:cNvCxnSpPr>
          <p:nvPr/>
        </p:nvCxnSpPr>
        <p:spPr>
          <a:xfrm>
            <a:off x="6944995" y="2804160"/>
            <a:ext cx="2583815" cy="127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9" idx="1"/>
            <a:endCxn id="29" idx="2"/>
          </p:cNvCxnSpPr>
          <p:nvPr/>
        </p:nvCxnSpPr>
        <p:spPr>
          <a:xfrm rot="10800000" flipH="1">
            <a:off x="1936750" y="2645410"/>
            <a:ext cx="853440" cy="967740"/>
          </a:xfrm>
          <a:prstGeom prst="bentConnector3">
            <a:avLst>
              <a:gd name="adj1" fmla="val -2790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9" idx="2"/>
          </p:cNvCxnSpPr>
          <p:nvPr/>
        </p:nvCxnSpPr>
        <p:spPr>
          <a:xfrm rot="5400000">
            <a:off x="2661285" y="4045585"/>
            <a:ext cx="513715" cy="5092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9" idx="0"/>
            <a:endCxn id="26" idx="1"/>
          </p:cNvCxnSpPr>
          <p:nvPr/>
        </p:nvCxnSpPr>
        <p:spPr>
          <a:xfrm>
            <a:off x="3696970" y="2645410"/>
            <a:ext cx="1720850" cy="3930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7385" y="5341620"/>
            <a:ext cx="1666875" cy="4895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 status and Tracking</a:t>
            </a:r>
            <a:endParaRPr lang="en-US" sz="1400" dirty="0"/>
          </a:p>
        </p:txBody>
      </p:sp>
      <p:cxnSp>
        <p:nvCxnSpPr>
          <p:cNvPr id="39" name="Elbow Connector 38"/>
          <p:cNvCxnSpPr>
            <a:stCxn id="28" idx="2"/>
            <a:endCxn id="38" idx="0"/>
          </p:cNvCxnSpPr>
          <p:nvPr/>
        </p:nvCxnSpPr>
        <p:spPr>
          <a:xfrm rot="10800000" flipV="1">
            <a:off x="1500505" y="4795520"/>
            <a:ext cx="742315" cy="5461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 Diagonal Corner Rectangle 2"/>
          <p:cNvSpPr/>
          <p:nvPr/>
        </p:nvSpPr>
        <p:spPr>
          <a:xfrm>
            <a:off x="9575165" y="3972560"/>
            <a:ext cx="1195705" cy="466725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Accepts</a:t>
            </a:r>
            <a:endParaRPr lang="en-US" sz="1200" dirty="0"/>
          </a:p>
        </p:txBody>
      </p:sp>
      <p:cxnSp>
        <p:nvCxnSpPr>
          <p:cNvPr id="10" name="Elbow Connector 9"/>
          <p:cNvCxnSpPr>
            <a:stCxn id="8" idx="3"/>
            <a:endCxn id="3" idx="0"/>
          </p:cNvCxnSpPr>
          <p:nvPr/>
        </p:nvCxnSpPr>
        <p:spPr>
          <a:xfrm flipH="1">
            <a:off x="10770870" y="2816860"/>
            <a:ext cx="868045" cy="1389380"/>
          </a:xfrm>
          <a:prstGeom prst="bentConnector3">
            <a:avLst>
              <a:gd name="adj1" fmla="val -274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/>
          <p:nvPr/>
        </p:nvCxnSpPr>
        <p:spPr>
          <a:xfrm>
            <a:off x="6311900" y="2218373"/>
            <a:ext cx="3216910" cy="42449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0980" y="940435"/>
            <a:ext cx="1911985" cy="88709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BIM consultant assign the approved service request to coordinators</a:t>
            </a:r>
            <a:endParaRPr lang="en-US" sz="1400" dirty="0"/>
          </a:p>
        </p:txBody>
      </p:sp>
      <p:sp>
        <p:nvSpPr>
          <p:cNvPr id="5" name="Rounded Rectangle 4"/>
          <p:cNvSpPr/>
          <p:nvPr/>
        </p:nvSpPr>
        <p:spPr>
          <a:xfrm>
            <a:off x="2740209" y="1062525"/>
            <a:ext cx="1322070" cy="692150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Coordinators receives the request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71720" y="774700"/>
            <a:ext cx="1907540" cy="1105535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Coordinators assign to partners or inhouse resources based on the service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59543" y="2042071"/>
            <a:ext cx="1911985" cy="62865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Partner receives the request</a:t>
            </a:r>
            <a:endParaRPr lang="en-US" sz="1400" dirty="0"/>
          </a:p>
        </p:txBody>
      </p:sp>
      <p:sp>
        <p:nvSpPr>
          <p:cNvPr id="9" name="Rounded Rectangle 8"/>
          <p:cNvSpPr/>
          <p:nvPr/>
        </p:nvSpPr>
        <p:spPr>
          <a:xfrm>
            <a:off x="1590859" y="3655781"/>
            <a:ext cx="2471420" cy="86169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Coordinator receives the interested partners request</a:t>
            </a:r>
            <a:endParaRPr lang="en-US" sz="1400" dirty="0"/>
          </a:p>
        </p:txBody>
      </p:sp>
      <p:cxnSp>
        <p:nvCxnSpPr>
          <p:cNvPr id="13" name="Elbow Connector 12"/>
          <p:cNvCxnSpPr>
            <a:stCxn id="4" idx="3"/>
            <a:endCxn id="5" idx="1"/>
          </p:cNvCxnSpPr>
          <p:nvPr/>
        </p:nvCxnSpPr>
        <p:spPr>
          <a:xfrm>
            <a:off x="2132965" y="1384300"/>
            <a:ext cx="607060" cy="2413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5" idx="3"/>
            <a:endCxn id="6" idx="1"/>
          </p:cNvCxnSpPr>
          <p:nvPr/>
        </p:nvCxnSpPr>
        <p:spPr>
          <a:xfrm flipV="1">
            <a:off x="4062095" y="1327785"/>
            <a:ext cx="809625" cy="80645"/>
          </a:xfrm>
          <a:prstGeom prst="bentConnector3">
            <a:avLst>
              <a:gd name="adj1" fmla="val 5003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6" idx="3"/>
            <a:endCxn id="17" idx="1"/>
          </p:cNvCxnSpPr>
          <p:nvPr/>
        </p:nvCxnSpPr>
        <p:spPr>
          <a:xfrm flipV="1">
            <a:off x="6779260" y="1162685"/>
            <a:ext cx="668020" cy="1651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47280" y="732155"/>
            <a:ext cx="2005330" cy="86106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Inhouse resources receives the request</a:t>
            </a:r>
            <a:endParaRPr lang="en-US" sz="1400" dirty="0"/>
          </a:p>
        </p:txBody>
      </p:sp>
      <p:sp>
        <p:nvSpPr>
          <p:cNvPr id="29" name="Round Diagonal Corner Rectangle 28"/>
          <p:cNvSpPr/>
          <p:nvPr/>
        </p:nvSpPr>
        <p:spPr>
          <a:xfrm>
            <a:off x="2494463" y="2665095"/>
            <a:ext cx="1581581" cy="632460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Accept one partner and close the request</a:t>
            </a:r>
            <a:endParaRPr lang="en-US" sz="1200" dirty="0"/>
          </a:p>
        </p:txBody>
      </p:sp>
      <p:cxnSp>
        <p:nvCxnSpPr>
          <p:cNvPr id="34" name="Elbow Connector 33"/>
          <p:cNvCxnSpPr>
            <a:stCxn id="9" idx="1"/>
            <a:endCxn id="29" idx="2"/>
          </p:cNvCxnSpPr>
          <p:nvPr/>
        </p:nvCxnSpPr>
        <p:spPr>
          <a:xfrm rot="10800000" flipH="1">
            <a:off x="1590859" y="2981325"/>
            <a:ext cx="903604" cy="1105304"/>
          </a:xfrm>
          <a:prstGeom prst="bentConnector3">
            <a:avLst>
              <a:gd name="adj1" fmla="val -2529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 Diagonal Corner Rectangle 2"/>
          <p:cNvSpPr/>
          <p:nvPr/>
        </p:nvSpPr>
        <p:spPr>
          <a:xfrm>
            <a:off x="7021295" y="2688748"/>
            <a:ext cx="1195705" cy="466725"/>
          </a:xfrm>
          <a:prstGeom prst="round2Diag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Partner 1</a:t>
            </a:r>
            <a:endParaRPr lang="en-US" sz="1200" dirty="0"/>
          </a:p>
        </p:txBody>
      </p:sp>
      <p:sp>
        <p:nvSpPr>
          <p:cNvPr id="53" name="Rounded Rectangle 52"/>
          <p:cNvSpPr/>
          <p:nvPr/>
        </p:nvSpPr>
        <p:spPr>
          <a:xfrm>
            <a:off x="9686290" y="840081"/>
            <a:ext cx="2005330" cy="2961661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management and track updates and status through project management</a:t>
            </a:r>
            <a:endParaRPr lang="en-US" sz="1400" dirty="0"/>
          </a:p>
        </p:txBody>
      </p:sp>
      <p:cxnSp>
        <p:nvCxnSpPr>
          <p:cNvPr id="54" name="Elbow Connector 53"/>
          <p:cNvCxnSpPr>
            <a:stCxn id="17" idx="3"/>
            <a:endCxn id="53" idx="1"/>
          </p:cNvCxnSpPr>
          <p:nvPr/>
        </p:nvCxnSpPr>
        <p:spPr>
          <a:xfrm>
            <a:off x="9452610" y="1162685"/>
            <a:ext cx="233680" cy="115822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 Diagonal Corner Rectangle 2"/>
          <p:cNvSpPr/>
          <p:nvPr/>
        </p:nvSpPr>
        <p:spPr>
          <a:xfrm>
            <a:off x="7021295" y="3257073"/>
            <a:ext cx="1195705" cy="466725"/>
          </a:xfrm>
          <a:prstGeom prst="round2Diag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Partner 2</a:t>
            </a:r>
            <a:endParaRPr lang="en-US" sz="1200" dirty="0"/>
          </a:p>
        </p:txBody>
      </p:sp>
      <p:sp>
        <p:nvSpPr>
          <p:cNvPr id="58" name="Round Diagonal Corner Rectangle 2"/>
          <p:cNvSpPr/>
          <p:nvPr/>
        </p:nvSpPr>
        <p:spPr>
          <a:xfrm>
            <a:off x="7013568" y="3856037"/>
            <a:ext cx="1195705" cy="466725"/>
          </a:xfrm>
          <a:prstGeom prst="round2Diag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Partner 3</a:t>
            </a:r>
            <a:endParaRPr lang="en-US" sz="1200" dirty="0"/>
          </a:p>
        </p:txBody>
      </p:sp>
      <p:sp>
        <p:nvSpPr>
          <p:cNvPr id="59" name="Round Diagonal Corner Rectangle 2"/>
          <p:cNvSpPr/>
          <p:nvPr/>
        </p:nvSpPr>
        <p:spPr>
          <a:xfrm>
            <a:off x="7013567" y="4455001"/>
            <a:ext cx="1195705" cy="466725"/>
          </a:xfrm>
          <a:prstGeom prst="round2Diag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Partner 4</a:t>
            </a:r>
            <a:endParaRPr lang="en-US" sz="1200" dirty="0"/>
          </a:p>
        </p:txBody>
      </p:sp>
      <p:sp>
        <p:nvSpPr>
          <p:cNvPr id="63" name="Rounded Rectangle 62"/>
          <p:cNvSpPr/>
          <p:nvPr/>
        </p:nvSpPr>
        <p:spPr>
          <a:xfrm>
            <a:off x="4526924" y="5256538"/>
            <a:ext cx="1911985" cy="62865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Partner shows interest to take the services requested</a:t>
            </a:r>
            <a:endParaRPr lang="en-US" sz="1400" dirty="0"/>
          </a:p>
        </p:txBody>
      </p:sp>
      <p:cxnSp>
        <p:nvCxnSpPr>
          <p:cNvPr id="65" name="Straight Arrow Connector 64"/>
          <p:cNvCxnSpPr>
            <a:stCxn id="59" idx="0"/>
          </p:cNvCxnSpPr>
          <p:nvPr/>
        </p:nvCxnSpPr>
        <p:spPr>
          <a:xfrm flipV="1">
            <a:off x="8209272" y="4685591"/>
            <a:ext cx="516316" cy="2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7" idx="0"/>
          </p:cNvCxnSpPr>
          <p:nvPr/>
        </p:nvCxnSpPr>
        <p:spPr>
          <a:xfrm>
            <a:off x="8217000" y="3490436"/>
            <a:ext cx="5085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8" idx="0"/>
          </p:cNvCxnSpPr>
          <p:nvPr/>
        </p:nvCxnSpPr>
        <p:spPr>
          <a:xfrm flipV="1">
            <a:off x="8209273" y="4086628"/>
            <a:ext cx="508588" cy="2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3" idx="1"/>
            <a:endCxn id="9" idx="3"/>
          </p:cNvCxnSpPr>
          <p:nvPr/>
        </p:nvCxnSpPr>
        <p:spPr>
          <a:xfrm flipH="1" flipV="1">
            <a:off x="4062279" y="4086629"/>
            <a:ext cx="464645" cy="1484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3" idx="0"/>
          </p:cNvCxnSpPr>
          <p:nvPr/>
        </p:nvCxnSpPr>
        <p:spPr>
          <a:xfrm flipV="1">
            <a:off x="8217000" y="2482748"/>
            <a:ext cx="1469290" cy="43936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6" idx="2"/>
            <a:endCxn id="7" idx="1"/>
          </p:cNvCxnSpPr>
          <p:nvPr/>
        </p:nvCxnSpPr>
        <p:spPr>
          <a:xfrm rot="5400000" flipV="1">
            <a:off x="6004243" y="1701483"/>
            <a:ext cx="476250" cy="83375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29" idx="0"/>
            <a:endCxn id="57" idx="2"/>
          </p:cNvCxnSpPr>
          <p:nvPr/>
        </p:nvCxnSpPr>
        <p:spPr>
          <a:xfrm>
            <a:off x="4076044" y="2981325"/>
            <a:ext cx="2945251" cy="509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29" idx="0"/>
            <a:endCxn id="58" idx="2"/>
          </p:cNvCxnSpPr>
          <p:nvPr/>
        </p:nvCxnSpPr>
        <p:spPr>
          <a:xfrm>
            <a:off x="4076044" y="2981325"/>
            <a:ext cx="2937524" cy="1108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8717861" y="3064582"/>
            <a:ext cx="0" cy="25062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8217000" y="3072464"/>
            <a:ext cx="5085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endCxn id="63" idx="3"/>
          </p:cNvCxnSpPr>
          <p:nvPr/>
        </p:nvCxnSpPr>
        <p:spPr>
          <a:xfrm flipH="1">
            <a:off x="6438909" y="5570863"/>
            <a:ext cx="2286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29" idx="0"/>
            <a:endCxn id="3" idx="2"/>
          </p:cNvCxnSpPr>
          <p:nvPr/>
        </p:nvCxnSpPr>
        <p:spPr>
          <a:xfrm flipV="1">
            <a:off x="4076044" y="2922111"/>
            <a:ext cx="2945251" cy="59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5444856" y="2698352"/>
            <a:ext cx="973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Accepted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 rot="604560">
            <a:off x="5199205" y="3101422"/>
            <a:ext cx="1753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Rejected – Status closed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 rot="1123127">
            <a:off x="5336717" y="3506714"/>
            <a:ext cx="1753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Rejected – Status closed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34" name="Straight Arrow Connector 133"/>
          <p:cNvCxnSpPr>
            <a:stCxn id="29" idx="0"/>
          </p:cNvCxnSpPr>
          <p:nvPr/>
        </p:nvCxnSpPr>
        <p:spPr>
          <a:xfrm>
            <a:off x="4076044" y="2981325"/>
            <a:ext cx="2956302" cy="1762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 rot="1599012">
            <a:off x="5452981" y="4023695"/>
            <a:ext cx="1753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Rejected – Status closed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Elbow Connector 9"/>
          <p:cNvCxnSpPr>
            <a:stCxn id="45" idx="3"/>
            <a:endCxn id="51" idx="3"/>
          </p:cNvCxnSpPr>
          <p:nvPr/>
        </p:nvCxnSpPr>
        <p:spPr>
          <a:xfrm>
            <a:off x="10760957" y="2702708"/>
            <a:ext cx="377095" cy="974419"/>
          </a:xfrm>
          <a:prstGeom prst="bentConnector3">
            <a:avLst>
              <a:gd name="adj1" fmla="val 1606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0629" y="2615559"/>
            <a:ext cx="1527175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Coordinator logs in</a:t>
            </a:r>
            <a:endParaRPr lang="en-US" sz="1400" dirty="0"/>
          </a:p>
        </p:txBody>
      </p:sp>
      <p:sp>
        <p:nvSpPr>
          <p:cNvPr id="41" name="Rounded Rectangle 40"/>
          <p:cNvSpPr/>
          <p:nvPr/>
        </p:nvSpPr>
        <p:spPr>
          <a:xfrm>
            <a:off x="2479183" y="2595211"/>
            <a:ext cx="1527175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clients and consultants</a:t>
            </a:r>
            <a:endParaRPr lang="en-US" sz="1400" dirty="0"/>
          </a:p>
        </p:txBody>
      </p:sp>
      <p:sp>
        <p:nvSpPr>
          <p:cNvPr id="42" name="Rounded Rectangle 41"/>
          <p:cNvSpPr/>
          <p:nvPr/>
        </p:nvSpPr>
        <p:spPr>
          <a:xfrm>
            <a:off x="4627737" y="2560003"/>
            <a:ext cx="1796628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team with partners or inhouse resources</a:t>
            </a:r>
            <a:endParaRPr lang="en-US" sz="1400" dirty="0"/>
          </a:p>
        </p:txBody>
      </p:sp>
      <p:cxnSp>
        <p:nvCxnSpPr>
          <p:cNvPr id="31" name="Straight Arrow Connector 30"/>
          <p:cNvCxnSpPr>
            <a:stCxn id="40" idx="3"/>
            <a:endCxn id="41" idx="1"/>
          </p:cNvCxnSpPr>
          <p:nvPr/>
        </p:nvCxnSpPr>
        <p:spPr>
          <a:xfrm flipV="1">
            <a:off x="1857804" y="2909536"/>
            <a:ext cx="621379" cy="20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4006358" y="2864154"/>
            <a:ext cx="621379" cy="20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40431" y="2549829"/>
            <a:ext cx="1796628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project and assign the lead and respected client</a:t>
            </a:r>
            <a:endParaRPr lang="en-US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8964329" y="2226937"/>
            <a:ext cx="1796628" cy="9515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project and assign the lead(partner/inhouse resource lead)</a:t>
            </a:r>
            <a:endParaRPr lang="en-US" sz="1400" dirty="0"/>
          </a:p>
        </p:txBody>
      </p:sp>
      <p:cxnSp>
        <p:nvCxnSpPr>
          <p:cNvPr id="46" name="Straight Arrow Connector 45"/>
          <p:cNvCxnSpPr>
            <a:endCxn id="44" idx="1"/>
          </p:cNvCxnSpPr>
          <p:nvPr/>
        </p:nvCxnSpPr>
        <p:spPr>
          <a:xfrm flipV="1">
            <a:off x="6418405" y="2864154"/>
            <a:ext cx="422026" cy="29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4" idx="3"/>
            <a:endCxn id="45" idx="1"/>
          </p:cNvCxnSpPr>
          <p:nvPr/>
        </p:nvCxnSpPr>
        <p:spPr>
          <a:xfrm flipV="1">
            <a:off x="8637059" y="2702708"/>
            <a:ext cx="327270" cy="161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171043" y="3362802"/>
            <a:ext cx="1967009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Lead receives the created project in his/her dashboard</a:t>
            </a:r>
            <a:endParaRPr lang="en-US" sz="1400" dirty="0"/>
          </a:p>
        </p:txBody>
      </p:sp>
      <p:sp>
        <p:nvSpPr>
          <p:cNvPr id="58" name="Rounded Rectangle 57"/>
          <p:cNvSpPr/>
          <p:nvPr/>
        </p:nvSpPr>
        <p:spPr>
          <a:xfrm>
            <a:off x="6495610" y="3437968"/>
            <a:ext cx="1967009" cy="628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Lead adds the engineers who works in the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WPS Presentation</Application>
  <PresentationFormat>Widescreen</PresentationFormat>
  <Paragraphs>74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Calibri Light</vt:lpstr>
      <vt:lpstr>汉仪书宋二KW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Sumanth K</cp:lastModifiedBy>
  <cp:revision>11</cp:revision>
  <dcterms:created xsi:type="dcterms:W3CDTF">2025-11-07T08:23:35Z</dcterms:created>
  <dcterms:modified xsi:type="dcterms:W3CDTF">2025-11-07T08:23:35Z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1033-6.11.0.8615</vt:lpwstr>
  </property>
  <property fmtid="{D5CDD505-2E9C-101B-9397-08002B2CF9AE}" pid="3" name="ICV">
    <vt:lpwstr>D765FAD40636435DCCAA0D692C249C15_42</vt:lpwstr>
  </property>
</Properties>
</file>